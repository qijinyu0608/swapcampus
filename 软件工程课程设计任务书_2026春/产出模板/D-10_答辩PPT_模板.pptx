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542032"/>
            <a:ext cx="10085832" cy="1417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1A7A3D"/>
                </a:solidFill>
                <a:latin typeface="Microsoft YaHei"/>
              </a:rPr>
              <a:t>软件工程课程设计答辩</a:t>
            </a:r>
            <a:endParaRPr sz="4000" b="1">
              <a:solidFill>
                <a:srgbClr val="1A7A3D"/>
              </a:solidFill>
              <a:latin typeface="Microsoft YaHei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项目名 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SwapCampus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  |  第 __ 组  |  20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26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-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6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-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16</a:t>
            </a:r>
            <a:endParaRPr lang="en-US" sz="1800">
              <a:solidFill>
                <a:srgbClr val="777777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团队介绍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组长 / 组员 / 分工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指导教师致谢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2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项目背景与目标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为什么做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为谁做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做到什么程度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3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需求亮点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Top 3 核心场景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业务规则关键点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4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系统总体架构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一图讲清架构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关键技术选型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5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数据库设计概览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核心实体与关系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关键设计决策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6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关键模块实现（一）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模块名 / 难点 / 解法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7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关键模块实现（二）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模块名 / 难点 / 解法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8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关键算法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算法选择与复杂度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与替代方案对比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9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系统演示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演示路径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现场或视频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测试与质量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覆盖率 / 性能 / 缺陷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部署与可观测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部署拓扑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关键监控指标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项目管理与协作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里程碑达成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风险处置案例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工具使用申报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工具 / 用途 / 比例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遇到的最大挑战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挑战 / 解决过程 / 收获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总结与展望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主要成果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后续可演进方向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16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谢谢评委！欢迎提问。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17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WPS 演示</Application>
  <PresentationFormat>On-screen Show (4:3)</PresentationFormat>
  <Paragraphs>110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Arial</vt:lpstr>
      <vt:lpstr>Times New Roman</vt:lpstr>
      <vt:lpstr>Microsoft YaHei</vt:lpstr>
      <vt:lpstr>Droid Sans Fallback</vt:lpstr>
      <vt:lpstr>Calibri</vt:lpstr>
      <vt:lpstr>SimSun</vt:lpstr>
      <vt:lpstr>方正书宋_GBK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TH1RT3EN</cp:lastModifiedBy>
  <cp:revision>2</cp:revision>
  <dcterms:created xsi:type="dcterms:W3CDTF">2026-06-15T10:58:14Z</dcterms:created>
  <dcterms:modified xsi:type="dcterms:W3CDTF">2026-06-15T10:58:14Z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3E42F878D88974D7C6DA2F6A5E3C5C16_42</vt:lpwstr>
  </property>
  <property fmtid="{D5CDD505-2E9C-101B-9397-08002B2CF9AE}" pid="3" name="KSOProductBuildVer">
    <vt:lpwstr>2052-12.1.2.25882</vt:lpwstr>
  </property>
</Properties>
</file>